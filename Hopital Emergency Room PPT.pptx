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2117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C35E161D-7083-4070-BC03-E657475691F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6435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0310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8691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8711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3358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544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5703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C35E161D-7083-4070-BC03-E657475691F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6215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4798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3436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E161D-7083-4070-BC03-E657475691F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977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A069B-002E-7224-E54F-91CEA60599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7DC146-7812-B746-8484-88E2B07E6596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5267451-724D-6B60-6880-082CDB958CE9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9A433642-AE6E-7D5D-7A8D-E034E06DFAE1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D61C1AB-F427-C661-993B-2C9888CF4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35B2F56D-26B3-C363-ABCB-4366B01D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0FCB933-5194-03C3-D828-0447F303E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D746C68-011E-49DF-785E-EA1231DC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179FB2-F419-9818-EA69-D98C78E5A3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5DEF63-1FD2-95A0-9AD0-503BC152053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549012F-B3F6-62C6-F469-F4F053D4554E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88DDA4D-3C73-059D-F8FD-C54D4DAD330C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DASHBOARDS - 4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47C9BED2-EE71-CB4C-3914-6F40053A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45C6405F-8493-EFB9-8118-4593FE863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7" y="1698840"/>
            <a:ext cx="7896227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Consolidated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Patient Details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Key Takeaways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36177D3-1B5F-5273-9647-F606AE468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07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E9528E2-59ED-518D-064B-F25ECBDC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A2977B-9AF9-60B9-2D47-C47C9FED3C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802C54-2204-9072-FBA0-00D37A34782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1458C79-99C4-C755-00FA-5D513956336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D134921-2987-2829-F6D3-45D34B937DE1}"/>
              </a:ext>
            </a:extLst>
          </p:cNvPr>
          <p:cNvSpPr txBox="1"/>
          <p:nvPr/>
        </p:nvSpPr>
        <p:spPr>
          <a:xfrm>
            <a:off x="487029" y="63829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218A077B-BD7E-8695-BE35-CC6D7C650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E6128A3A-8DEF-B38C-DF3E-2988F72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256" y="2151372"/>
            <a:ext cx="11371595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the total number of patients visiting the ER daily.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a daily trend using an area sparkline to understand patterns over time, such as peak days or seasonal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Wait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the average time patients wait before being attended to by a medical professional.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show daily fluctuations and identify days with higher wait times that may require operational adjustments.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Satisfaction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the average satisfaction score of patients on a daily basis to evaluate the quality of service provided.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a daily trend using an area sparkline to identify dips in satisfaction and correlate them with operational challenges or peak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 Referred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the number of patients referred to specific departments from the ER each 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track daily trends and identify departments with high referral rates, which may require additional resources.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0BD3EB5B-E3F6-663E-837B-67E8ECD86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E4FE57-B019-F4A1-A495-10259C91574B}"/>
              </a:ext>
            </a:extLst>
          </p:cNvPr>
          <p:cNvSpPr txBox="1"/>
          <p:nvPr/>
        </p:nvSpPr>
        <p:spPr>
          <a:xfrm>
            <a:off x="506527" y="105866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92A47D5-6B0C-D701-7D06-C88F57EB1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10141"/>
            <a:ext cx="1137159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To enhance operational efficiency and provide actionable insights into emergency room performance, we need to create a Hospital Emergency Room Analysis Dashboard in Power BI. This solution will enable stakeholders to track, analyze, and make data-driven decisions regarding patient management and service optimization.</a:t>
            </a: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21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3AE1DAF-FFB5-BF0F-267E-F74B1CA6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CCE18B-88D2-63B7-2C42-9902EDE06F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0EF21E-C2D0-72A0-E424-BBFB3E9DC652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17257BB-07E6-6AC0-49F1-086E0BB40F9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F65E333-780F-3961-251D-DFD71949B5AF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09F0420-A352-B3DF-5FEA-6994CA0F8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C0CCDB56-8798-5F45-55E6-217CDE2A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383997"/>
            <a:ext cx="11371595" cy="39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1: Monthly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Monitor key metrics and trends on a month-by-month basis to identify patterns and areas for improvement.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Admission Status: Track admitted vs. non-admitted patients.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Age Distribution: Group patients by 10-year age intervals.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Department Referrals: Analyze referral trends across different departments.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Timeliness: Measure the percentage of patients seen within 30 minutes.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Gender Analysis: Visualize patient distribution by gender.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Racial Demographics: Analyze patient data by race.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 Analysis: Assess patient volume by day and hour.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84C4D02-117A-D16A-1EB4-20E1A1D22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66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9C74F4-0DDF-52DF-376D-86B34B97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AAF7EF-21B9-25D0-D95C-603C5A2B1D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C9A7CC-21F5-D9C9-CE9C-84782575E2D4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A9C0C9E-FEB6-C42D-33F5-3D43517BA44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8863025-42A1-7A91-82FA-208CE8AA5CE3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A725CB47-6917-5342-8D5C-E43BD23D1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84AD4C6F-E381-10FE-2B3A-2BC9194E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887420"/>
            <a:ext cx="11371595" cy="162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2: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Provide a holistic summary of hospital performance for a selected date range.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Similar metrics as the Monthly View, but aggregated over a customizable date range for broader insights and trend analysis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99A61D9-CC1B-E22A-533F-9FE34F3A0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9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693FBA-C0F8-4CB4-1C53-F2F1BFB5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73C9F-A7FF-ABB2-884C-711868EDE4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52FF49-FD73-7EAF-E15E-53532554C5D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3438695-F838-B350-30DC-F40325A06AE6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D419DAC6-B8BB-42D9-E433-3E4ECD744041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3E3FA96B-A10C-B293-D774-1E1A39A20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D878D7C5-FC8C-5EDE-201B-1A3BAFD7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88059"/>
            <a:ext cx="11371595" cy="420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3: Patient Details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Offer granular insights into patient-level data to enable detailed analysis and troubleshooting.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 </a:t>
            </a:r>
            <a:r>
              <a:rPr lang="en-US" sz="1400" dirty="0">
                <a:latin typeface="Arial" panose="020B0604020202020204" pitchFamily="34" charset="0"/>
              </a:rPr>
              <a:t>A grid displaying essential fields: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ID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Full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Gender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Date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Race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Wait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Department Referral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Status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D3558950-4420-A74C-5766-67081A9D1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ADFFAC9-01E8-A4AB-B18D-B5AF8659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2B4858-09E1-9F59-D374-3F31932517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FC3C47-DBE8-CEC2-D3D0-3FCDE6728DB7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A833086-3D5F-32C3-521D-8D0C379CDE8B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444434C7-1642-D2DA-7B17-97AE66FD81D8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1B95226E-5C81-0A7E-D446-523941AD2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A1114A72-0E9C-5D9F-FDF4-937D1C79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725838"/>
            <a:ext cx="11371595" cy="1950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4: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Summarize the findings from all dashboards to provide clear and actionable insights for stakeholders.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Descriptive analysis of each metric and visualization, including patterns, anomalies, and actionable recommendations to optimize emergency room operations and patient care.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89890613-932A-6F7C-A36A-696DDC7C8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01365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157</TotalTime>
  <Words>543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Rounded MT Bold</vt:lpstr>
      <vt:lpstr>Century Gothic</vt:lpstr>
      <vt:lpstr>Segoe UI Black</vt:lpstr>
      <vt:lpstr>Segoe UI Bold</vt:lpstr>
      <vt:lpstr>Wingdings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ATHUL K</cp:lastModifiedBy>
  <cp:revision>7</cp:revision>
  <dcterms:created xsi:type="dcterms:W3CDTF">2024-11-24T05:55:51Z</dcterms:created>
  <dcterms:modified xsi:type="dcterms:W3CDTF">2025-05-01T11:27:37Z</dcterms:modified>
</cp:coreProperties>
</file>